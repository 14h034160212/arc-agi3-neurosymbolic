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ARC-AGI-3 神经符号 Agent</a:t>
            </a:r>
          </a:p>
          <a:p>
            <a:pPr>
              <a:spcBef>
                <a:spcPts val="1400"/>
              </a:spcBef>
              <a:defRPr sz="2200" b="0">
                <a:solidFill>
                  <a:srgbClr val="CFE0F5"/>
                </a:solidFill>
                <a:latin typeface="Microsoft YaHei"/>
              </a:defRPr>
            </a:pPr>
            <a:r>
              <a:t>从复现 → 纯像素源码无关 7/7 → 跨游戏 / 跨模态泛化</a:t>
            </a:r>
          </a:p>
          <a:p>
            <a:pPr>
              <a:spcBef>
                <a:spcPts val="2200"/>
              </a:spcBef>
              <a:defRPr sz="1500" b="0">
                <a:solidFill>
                  <a:srgbClr val="9FC2E8"/>
                </a:solidFill>
                <a:latin typeface="Microsoft YaHei"/>
              </a:defRPr>
            </a:pPr>
            <a:r>
              <a:t>本地零成本可复现 · 代码 + 报告已开源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 · 背景：ARC-AGI-3 考什么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64×64 彩色网格的小游戏：规则隐藏、没有说明书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agent 只能靠动作交互，自己发现规则并逐关通关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考的是「在陌生环境里临场获取技能」的流体智能——纯记忆/堆数据难奏效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现状参照：Symbolica 用 harness（前沿模型 Opus + 脚手架），公开集 36.08%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本质 = 别人训好的大模型 + 脚手架；智能在模型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问题：能不能不靠大模型的「黑箱智能」，让 agent 自己把隐藏规则推出来？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 · 三条路线 &amp; 我们的选择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① 自进化发现 workflow —— 搜索空间大、易过拟合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② 把 workflow 训进模型（端到端）—— 天花板高但烧算力、撞泛化墙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③ 模型写代码（PDDL/Prolog）做符号推理 ← 选它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代码数据多、泛化好、搜索可卸载给求解器（有正确性保证）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核心论点：让 LLM 只「把规则写成可执行代码」，搜索交给符号规划器 → 连免费/小模型都能用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借鉴 ABPR（arXiv:2603.20334）：程序即假设 + 算法化调试，首次落到交互式 ARC-AGI-3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 · 方法总览：感知 + 交互 + 规划 +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读状态 → 把动力学写成代码 → 符号规划器搜索 → 在真环境自动验证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↑ APD 定位错误子句 + 定向修正（验证信号 = 规划解能否真通关）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不需要训练即可起步；训练（蒸馏归纳轨迹）是可选第二阶段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全程本地、零成本：引擎离线 + 免费本地 gpt-oss-120b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逆向工程发现 ls20 = 配送拼图：携带物体(形状/颜色/旋转)→ 改造站调属性 → 送到匹配槽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隐藏状态：能量(每步−1)、命数(3)；确定性；像素是非平凡渲染（感知是真正难点）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 · 结果一 &amp; 二：符号规划 7/7 + 免费 LLM 归纳 3/7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649224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符号规划（引擎态）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✅ 7/7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验证过的动力学模型 + 子目标规划器，7 关全解（最优）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对比基线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规划器 14 步最优 / Opus 探索 42 步 / 本地裸 LLM 0 通关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免费 LLM 归纳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✅ 3/7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本地 gpt-oss 从观测自主归纳动力学代码 + 规划式 APD 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关键洞见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规划 trivial；难点在「归纳 + 像素感知」，不在搜索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5 · 结果三（核心）：纯像素源码无关 Agent —— 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只用渲染画面 + 通关/失败反馈，端到端解出全部 7 关（逐关串联）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与「读引擎状态的符号规划器 7/7」持平，但只用像素！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难度逐关攀升，全部自己学会：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L0 旋转×1 · L1 旋转×3 · L2 颜色+旋转 · L3 · L4 形状+颜色+旋转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L5 两个堆叠的槽（多槽，先解上槽打通下槽）· L6 形状+颜色+旋转（胜利=WIN 态）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全部 7 关 ~3 分钟跑完；关卡靠「赢了才进下一关」串联（RESET 回到 L0）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uv run python neurosymbolic/source_free_agent.py  → 一键复现 7/7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6 · 一路被真实 bug 逼出来的关键机制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颜色重载 → 按颜色识别不可行（色9 既是玩家调色板又是槽标记）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航位推算定位玩家：用「已学动作方向」而非固定颜色质心 → 对重绘/变色免疫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方向用排除法学一次（避免起点被墙挡的「401 幽灵格」bug）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站点从「固定 HUD 仓库面板」读取：配置画在角落而非玩家身上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能量是隐藏变量：64×64 画面根本不渲染 → 用「狂走到死=被瞬移回起点，步数即能量」反推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补给点可见(色11) → 能量感知 Dijkstra + 提前补给；死亡会清空配置 → 活着也是计划的一部分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多槽：基于「投放是否真把玩家移进被挡格」判定槽解（对遮挡免疫）+ 标记轮询优先级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7 · 方法论价值：这正是 ARC-AGI-3 想考的能力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agent 只凭画面 + 反馈，从零自己发现了：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位置、动作基(上下左右)、站点、目标槽、多步配置(形状/颜色/旋转)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1F6FB2"/>
                </a:solidFill>
                <a:latin typeface="Microsoft YaHei"/>
              </a:defRPr>
            </a:pPr>
            <a:r>
              <a:t>– 一个完全不可见的隐藏资源(能量) + 补给点 + 多槽求解顺序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= 「在陌生环境里从后果反推隐藏规则」的流体智能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验证信号应是「规划解能否真通关」，不是逐转移准确率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每种机制至少要观测一次才能归纳 → 指向主动探索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8 · 泛化：把方法论抽成 game-agnostic 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把单游戏解法切成两半（source_free_core.py）：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通用算子（可迁移，只依赖 Env=reset/step/render/win-lose/score）：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探测学动作语义 · 靠运动找/追踪主体 · reset+回放建图 · 隐藏资源预言机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靠交互而非外观发现物体角色(transformer/gate/replenisher) · 胜负验证的搜索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每游戏适配器（小、需归纳）：谁是 agent / 怎么读目标 / 哪些格可交互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通用求解器自己发现 transformer，并把 ls20 L0 用 16 步解出（零 ls20 知识）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ls20 7/7 = 存在性证明：只要每游戏抽象对了，源码无关符号求解就是完整的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9 · 跨游戏 + 双模态：同一套循环解 3 个游戏的 L0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630936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自动识别模态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通用算子结果（无每游戏代码）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ls20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movement 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✅ 通用求解器靠发现解 L0(16 步)；完整版 7/7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ft09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click 点击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✅ L0 用 4 次点击解出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vc33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click 点击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✅ L0 用 3 次点击解出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detect_modality 自动选移动 vs 点击算子族 · uv run python neurosymbolic/source_free_core.py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10 · LLM 适配器：免费本地大模型做「每游戏归纳」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当自动发现不够时，LLM 看几帧 + 探测效果 → 输出该游戏的适配器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已接通本地 gpt-oss-120b（免费，Ollama）并真实验证：</a:t>
            </a:r>
          </a:p>
          <a:p>
            <a:pPr lvl="1">
              <a:spcAft>
                <a:spcPts val="700"/>
              </a:spcAft>
              <a:defRPr sz="1600" b="1">
                <a:solidFill>
                  <a:srgbClr val="1B7A43"/>
                </a:solidFill>
                <a:latin typeface="Microsoft YaHei"/>
              </a:defRPr>
            </a:pPr>
            <a:r>
              <a:t>– 给它「方向动作无反应 + 这些格点击有反应」→ 它答 modality=click 并给出正确理由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call_llm 注入式、provider 无关：换任意 OpenAI 兼容 API 即可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这正是神经符号方案的落点：LLM 负责「在陌生游戏把抽象 induce 出来」，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通用循环负责「规划 + 验证」（有正确性保证）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11 · 与前人「交互式推理」工作的对比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423160"/>
                <a:gridCol w="2468880"/>
                <a:gridCol w="2423160"/>
                <a:gridCol w="246888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Active Reasoning (Conan)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ADAM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AXIOM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我们(源码无关)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感知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符号/结构(非像素)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截图→MLLM 文本+背包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原始像素→物体槽(sMM)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原始像素,仅胜负反馈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探索推理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主动溯因,多轮取证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采样动作→LLM 因果发现→干预验证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主动推理(期望自由能)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探测→建图→交互发现角色→反推隐藏能量→规划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Bayes 重构溯因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GPT-4-turbo + LLaVA-13B(大闭源)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贝叶斯/无梯度,0.3–1.6M 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免费本地模型可选;主体免模型符号规划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训练/控制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免微调,LLM 驱动行动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在线贝叶斯,主动推理规划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免训练,经典规划器 + 胜负验证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隐藏状态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信息不全→溯因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因果图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隐变量混合参数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显式不可见变量(能量)靠「走到死」反推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模态/结果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证明 SOTA 在主动推理上失败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钻石 2.2× 加速,因果图近完美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A55"/>
                          </a:solidFill>
                          <a:latin typeface="Microsoft YaHei"/>
                        </a:defRPr>
                      </a:pPr>
                      <a:r>
                        <a:t>胜 DreamerV3,~5k 步,极小参数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B7A43"/>
                          </a:solidFill>
                          <a:latin typeface="Microsoft YaHei"/>
                        </a:defRPr>
                      </a:pPr>
                      <a:r>
                        <a:t>移动+点击双模态;ls20 7/7 + 两点击游戏 L0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最近邻:AXIOM(像素+探索,但贝叶斯/学习)· ADAM(干预发现规则,但大闭源+文本)· Active Reasoning(定义问题,证明 SOTA 失败)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12 · 整体版图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① 符号规划 7/7（证明 ls20 可解）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② 免费 LLM 归纳 3/7（证明 LLM 能写动力学代码）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③ 纯像素源码无关 agent 7/7（证明只凭画面+反馈能自发现全部隐藏规则）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④ game-agnostic 骨架 + 双模态（3 游戏 L0 全解）+ LLM 适配器接通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下一步：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更聪明的搜索/结构去攻深层关卡（vc33/ft09 L1+）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444A55"/>
                </a:solidFill>
                <a:latin typeface="Microsoft YaHei"/>
              </a:defRPr>
            </a:pPr>
            <a:r>
              <a:t>– LLM 适配器在更多 ARC-AGI-3 公开游戏上量跨游戏迁移率（对标 Symbolica 36%）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13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用真实实验证明：神经符号路线在 ARC-AGI-3 上成立，且可迁移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纯像素、只靠画面+反馈 → 自己发现位置/站点/槽/多步配置/隐藏资源 → ls20 7/7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方法论抽成通用算子 + 小适配器 → 跨游戏、跨模态（移动+点击）解出 3 个游戏 L0</a:t>
            </a:r>
          </a:p>
          <a:p>
            <a:pPr>
              <a:spcAft>
                <a:spcPts val="700"/>
              </a:spcAft>
              <a:defRPr sz="1800" b="0">
                <a:solidFill>
                  <a:srgbClr val="444A55"/>
                </a:solidFill>
                <a:latin typeface="Microsoft YaHei"/>
              </a:defRPr>
            </a:pPr>
            <a:r>
              <a:t>• 免费本地 LLM 已接通，做「每游戏归纳」那一环</a:t>
            </a:r>
          </a:p>
          <a:p>
            <a:pPr>
              <a:spcAft>
                <a:spcPts val="700"/>
              </a:spcAft>
              <a:defRPr sz="1800" b="1">
                <a:solidFill>
                  <a:srgbClr val="122A4A"/>
                </a:solidFill>
                <a:latin typeface="Microsoft YaHei"/>
              </a:defRPr>
            </a:pPr>
            <a:r>
              <a:t>• 全部可复现：代码 + 报告 + 本 PPT 已开源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6FB2"/>
                </a:solidFill>
                <a:latin typeface="Microsoft YaHei"/>
              </a:defRPr>
            </a:pPr>
            <a:r>
              <a:t>arc-neurosymbolic-repo · neurosymbolic/{source_free_agent.py, source_free_core.py, REPORT.md}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